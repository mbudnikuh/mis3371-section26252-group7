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/>
                <a:cs typeface="Arial" pitchFamily="34"/>
              </a:rPr>
              <a:t>Product Return Request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State Model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MIS 3371  •  Transaction Processing Systems I  •  Week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Product Return Request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State Definitions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5 transaction states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Submitted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Request has been received and passed initial validation; not yet finalized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Pending Supervisor Review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High-value defective return awaiting supervisor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Approved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Request is accepted for standard processing (auto-approved or supervisor-approved)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Rejected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Request was declined, either automatically (policy violation) or by 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Completed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Approved request has been fulfilled (item returned / resolution issued)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State Transition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920240" cy="822960"/>
          </a:xfrm>
          <a:prstGeom prst="roundRect">
            <a:avLst>
              <a:gd name="adj" fmla="val 6111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Submitted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2377440"/>
            <a:ext cx="2377440" cy="822960"/>
          </a:xfrm>
          <a:prstGeom prst="roundRect">
            <a:avLst>
              <a:gd name="adj" fmla="val 6111"/>
            </a:avLst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2377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Pending Supervisor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2377440"/>
            <a:ext cx="1920240" cy="822960"/>
          </a:xfrm>
          <a:prstGeom prst="roundRect">
            <a:avLst>
              <a:gd name="adj" fmla="val 6111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Approved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2377440"/>
            <a:ext cx="1920240" cy="822960"/>
          </a:xfrm>
          <a:prstGeom prst="roundRect">
            <a:avLst>
              <a:gd name="adj" fmla="val 6111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Completed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4206240"/>
            <a:ext cx="23774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4206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Rejected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788920"/>
            <a:ext cx="64008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68880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defective item &gt; $200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788920"/>
            <a:ext cx="64008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0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 approves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2788920"/>
            <a:ext cx="64008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046720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item returned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resolution issued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200400"/>
            <a:ext cx="9144" cy="100584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43484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 rejects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08760" y="3200400"/>
            <a:ext cx="9144" cy="5943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08760" y="3794760"/>
            <a:ext cx="278892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508760" y="35204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fails 30-day / final-sale / qty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9144" cy="4114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508760" y="1600200"/>
            <a:ext cx="9144" cy="77724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508760" y="1600200"/>
            <a:ext cx="557784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508760" y="13258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passes validation, no supervisor required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1600200"/>
            <a:ext cx="9144" cy="77724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State Transition Worksheet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Current State | Trigger | Who / What | Next State | Condition / Note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554480"/>
                <a:gridCol w="210312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Current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Who / What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Next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Condition / 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(start)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 submits return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Submitted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Required fields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Automatic validation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Rejected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Order &gt;30 days old, final-sale/clearance, or qty exceeds purchase (BR-1, BR-2, BR-3)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Automatic validation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Pending Supervisor Review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Reason = Defective and item value &gt; $200 (BR-4)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Automatic validation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Approved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Passes all checks, no supervisor review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Pending Supervisor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records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Approved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approves exception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Pending Supervisor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records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Rejected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rejects exception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Item received / resolution issued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 /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Completed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Marks final resolution of the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2026-09-20T19:25:41Z</dcterms:created>
  <dcterms:modified xsi:type="dcterms:W3CDTF">2026-09-20T19:25:41Z</dcterms:modified>
</cp:coreProperties>
</file>