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Return Request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8803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Model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3371 • Transaction Processing Systems I • Week 3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Return Request Team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Definitions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transaction states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074152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Submitted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has been received and passed initial validation; not yet finalized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Supervisor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High-value defective return awaiting supervisor 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is accepted for standard processing (auto-approved or supervisor-approved)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was declined, either automatically (policy violation) or by supervisor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 request has been fulfilled (item returned / resolution issued)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Transition Diagram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737360" cy="685800"/>
          </a:xfrm>
          <a:prstGeom prst="roundRect">
            <a:avLst>
              <a:gd name="adj" fmla="val 13333"/>
            </a:avLst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931920" y="155448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FFF3CD"/>
          </a:solidFill>
          <a:ln w="15875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3931920" y="1554480"/>
            <a:ext cx="237744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Supervisor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80960" y="1554480"/>
            <a:ext cx="1737360" cy="685800"/>
          </a:xfrm>
          <a:prstGeom prst="roundRect">
            <a:avLst>
              <a:gd name="adj" fmla="val 13333"/>
            </a:avLst>
          </a:prstGeom>
          <a:solidFill>
            <a:srgbClr val="E4F2EB"/>
          </a:solidFill>
          <a:ln w="15875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332720" y="1554480"/>
            <a:ext cx="1554480" cy="685800"/>
          </a:xfrm>
          <a:prstGeom prst="roundRect">
            <a:avLst>
              <a:gd name="adj" fmla="val 13333"/>
            </a:avLst>
          </a:prstGeom>
          <a:solidFill>
            <a:srgbClr val="E4F2EB"/>
          </a:solidFill>
          <a:ln w="15875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0332720" y="1554480"/>
            <a:ext cx="155448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31920" y="338328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FBE4E8"/>
          </a:solidFill>
          <a:ln w="15875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931920" y="3383280"/>
            <a:ext cx="237744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B1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60320" y="1897380"/>
            <a:ext cx="1371600" cy="0"/>
          </a:xfrm>
          <a:prstGeom prst="line">
            <a:avLst/>
          </a:prstGeom>
          <a:noFill/>
          <a:ln w="19050">
            <a:solidFill>
              <a:srgbClr val="8A6D0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2606040" y="151333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defective item &gt; $200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09360" y="1897380"/>
            <a:ext cx="1371600" cy="0"/>
          </a:xfrm>
          <a:prstGeom prst="line">
            <a:avLst/>
          </a:prstGeom>
          <a:noFill/>
          <a:ln w="19050">
            <a:solidFill>
              <a:srgbClr val="1E6B4E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355080" y="151333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approves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418320" y="1897380"/>
            <a:ext cx="914400" cy="0"/>
          </a:xfrm>
          <a:prstGeom prst="line">
            <a:avLst/>
          </a:prstGeom>
          <a:noFill/>
          <a:ln w="19050">
            <a:solidFill>
              <a:srgbClr val="1E6B4E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932688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returned /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issued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737360" y="1554480"/>
            <a:ext cx="0" cy="-457200"/>
          </a:xfrm>
          <a:prstGeom prst="line">
            <a:avLst/>
          </a:prstGeom>
          <a:noFill/>
          <a:ln w="19050">
            <a:solidFill>
              <a:srgbClr val="1E6B4E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737360" y="1097280"/>
            <a:ext cx="6812280" cy="0"/>
          </a:xfrm>
          <a:prstGeom prst="line">
            <a:avLst/>
          </a:prstGeom>
          <a:noFill/>
          <a:ln w="19050">
            <a:solidFill>
              <a:srgbClr val="1E6B4E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8549640" y="1097280"/>
            <a:ext cx="0" cy="457200"/>
          </a:xfrm>
          <a:prstGeom prst="line">
            <a:avLst/>
          </a:prstGeom>
          <a:noFill/>
          <a:ln w="19050">
            <a:solidFill>
              <a:srgbClr val="1E6B4E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2560320" y="8412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validation, no supervisor required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691640" y="2240280"/>
            <a:ext cx="0" cy="411480"/>
          </a:xfrm>
          <a:prstGeom prst="line">
            <a:avLst/>
          </a:prstGeom>
          <a:noFill/>
          <a:ln w="19050">
            <a:solidFill>
              <a:srgbClr val="9B1B30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691640" y="2651760"/>
            <a:ext cx="3429000" cy="0"/>
          </a:xfrm>
          <a:prstGeom prst="line">
            <a:avLst/>
          </a:prstGeom>
          <a:noFill/>
          <a:ln w="19050">
            <a:solidFill>
              <a:srgbClr val="9B1B30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5120640" y="2651760"/>
            <a:ext cx="0" cy="731520"/>
          </a:xfrm>
          <a:prstGeom prst="line">
            <a:avLst/>
          </a:prstGeom>
          <a:noFill/>
          <a:ln w="19050">
            <a:solidFill>
              <a:srgbClr val="9B1B3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28800" y="2331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1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30-day / final-sale / qty check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120640" y="2240280"/>
            <a:ext cx="0" cy="1143000"/>
          </a:xfrm>
          <a:prstGeom prst="line">
            <a:avLst/>
          </a:prstGeom>
          <a:noFill/>
          <a:ln w="19050">
            <a:solidFill>
              <a:srgbClr val="9B1B3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257800" y="26746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1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rejects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Transition Worksheet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Current State | Trigger | Who / What | Next State | Condition / Note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1145743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286000"/>
                <a:gridCol w="1463040"/>
                <a:gridCol w="2011680"/>
                <a:gridCol w="35661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/ What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 / Note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(start)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submits return request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Submitted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fields present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Submitted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 validation runs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&gt;30 days old, final-sale/clearance, or qty exceeds purchase (BR-1, BR-2, BR-3)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Submitted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 validation runs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Supervisor Review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 = Defective and item value &gt; $200 (BR-4)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Submitted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 validation runs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 all checks, no supervisor review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Supervisor Review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 records decision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 approves exception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Supervisor Review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 records decision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 rejects exception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 received / resolution issued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Marks final resolution of the request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2026-09-20T19:02:25Z</dcterms:created>
  <dcterms:modified xsi:type="dcterms:W3CDTF">2026-09-20T19:02:25Z</dcterms:modified>
</cp:coreProperties>
</file>