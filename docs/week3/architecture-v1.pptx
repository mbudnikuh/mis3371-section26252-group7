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Return Request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 &amp; Responsibilities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3371 • Transaction Processing Systems I • Week 3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Return Request Team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Tier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645920"/>
            <a:ext cx="7708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Request Form • Status Tracker • Supervisor Queue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D8DEE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3291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4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291840"/>
            <a:ext cx="7708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Business Rules Engine • Workflow / State Transition Logic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E4F2EB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937760"/>
            <a:ext cx="7708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Requests DB • Audit / History Log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377440" y="2560320"/>
            <a:ext cx="0" cy="640080"/>
          </a:xfrm>
          <a:prstGeom prst="line">
            <a:avLst/>
          </a:prstGeom>
          <a:noFill/>
          <a:ln w="22225">
            <a:solidFill>
              <a:srgbClr val="3A4B7A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51460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input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3200400"/>
            <a:ext cx="0" cy="-64008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25780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response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4206240"/>
            <a:ext cx="0" cy="640080"/>
          </a:xfrm>
          <a:prstGeom prst="line">
            <a:avLst/>
          </a:prstGeom>
          <a:noFill/>
          <a:ln w="22225">
            <a:solidFill>
              <a:srgbClr val="1E6B4E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514600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/ read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4846320"/>
            <a:ext cx="0" cy="-640080"/>
          </a:xfrm>
          <a:prstGeom prst="line">
            <a:avLst/>
          </a:prstGeom>
          <a:noFill/>
          <a:ln w="22225">
            <a:solidFill>
              <a:srgbClr val="1E6B4E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257800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/ audit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Responsibility Matrix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Responsibility | Presentation | Application Logic | Data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3200400"/>
                <a:gridCol w="3227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Primary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(client-side hints)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(confirms)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(convenience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Authoritative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Owns all business rules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transition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Owns transition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Persists resulting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transaction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Requests/assigns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Guarantees uniqueness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 official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System of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/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Triggers log entry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Stores 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Primary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0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Responsibility Notes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Business Rule (Server / Application Tier)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43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BR-4 — “A request citing ‘defective’ for an item valued over $200 requires supervisor approval” — must be enforced in the application tier, not just the client. A customer's browser or form could be bypassed or tampered with, so the server must independently recompute the supervisor-review flag from reason_code and item_value rather than trusting a flag sent from the client.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E4F2EB"/>
          </a:solidFill>
          <a:ln w="9525">
            <a:solidFill>
              <a:srgbClr val="1E6B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5204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Requirement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transition (e.g., Submitted → Pending Supervisor Review → Approved) must be recorded with a timestamp and the actor who caused it (system or supervisor), per NFR-3. This lets the Inventory Auditor trace why and when a return moved through the workflow.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2026-09-20T19:03:50Z</dcterms:created>
  <dcterms:modified xsi:type="dcterms:W3CDTF">2026-09-20T19:03:50Z</dcterms:modified>
</cp:coreProperties>
</file>